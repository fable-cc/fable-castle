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IP定位·完整课程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D5B7"/>
                </a:solidFill>
              </a:rPr>
              <a:t>四大模块 · 自定节奏 · 买完就学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定位→内容→流量→变现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</a:rPr>
              <a:t>github.com/fable-cc/fable-castle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你是不是这样？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想做IP但不知道从哪里开始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写了一堆内容，没人看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定位换了三次，越换越迷茫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看别人赚钱，不知道怎么变现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8B90"/>
                </a:solidFill>
              </a:rPr>
              <a:t>觉得自己不够格，一直不敢开始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不是你的问题——是你缺一个能跟着做的系统。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为什么是景一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600篇文章+72支柱+47本公版书在GitHub开源可查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8B8B90"/>
                </a:solidFill>
              </a:rPr>
              <a:t>从第1篇到第600篇，每一步都看得到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不是教你——是你看我做了，你跟着做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8B8B90"/>
                </a:solidFill>
              </a:rPr>
              <a:t>从0粉丝到付费客户——全链路公开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GitHub是我的专业身份证。你不需要相信我——你自己验证。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四大模块 · 16节课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自定节奏 · 永久回看 · 所有练习模板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模块一：定位——找到你的认知差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认知差挖掘 · 三层定位 · 人群画像 · 供需比扫描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模块二：内容——从0到每天一条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选题工厂 · 内容结构 · 去AI味写作 · 一篇变四种形态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模块三：流量——让人找到你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知乎获客 · 小红书种草 · 抖音起号 · 私域引流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</a:rPr>
              <a:t>模块四：变现——从39.9到4999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三级定价漏斗 · 成交文案 · 朋友圈模板 · 长期系统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模块一：定位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认知差挖掘——你身上有金矿,你不知道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三层定位法——功能层/身份层/使命层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人群定位——不卖穷人,筛选就是成交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4. 差异化定位——供需比决定你的人生难度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模块二：内容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选题工厂——72支柱x5角度=360个选题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内容结构——核心论点+三个支撑+金句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去AI味写作——加故事+加数字+删废话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4. 内容复利——一篇变四种形态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5. 短视频文案公式——钩子x痛点x解法x金句x行动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模块三：流量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知乎获客——回答问题的正确姿势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小红书种草——图文笔记的高转化模板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抖音起号——前7条短视频脚本+拍摄计划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4. 私域引流——公域到微信的四个触达点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E"/>
                </a:solidFill>
              </a:rPr>
              <a:t>模块四：变现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1. 三级定价漏斗——39.9→999→4999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2. 成交文案——不是推销,让他自己想买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5B7"/>
                </a:solidFill>
              </a:rPr>
              <a:t>3. 朋友圈成交模板——3条文案直接可用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4. 长期系统——90天执行日历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定价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引流课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E"/>
                </a:solidFill>
              </a:rPr>
              <a:t>39.9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3天IP定位诊断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认知差+三层定位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+四个致命错误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2A2A1A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188720"/>
            <a:ext cx="2743200" cy="365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完整课程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E"/>
                </a:solidFill>
              </a:rPr>
              <a:t>999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四大模块·16节课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永久回看·练习模板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自定节奏·买完就学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0"/>
                </a:solidFill>
              </a:rPr>
              <a:t>一对一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E"/>
                </a:solidFill>
              </a:rPr>
              <a:t>4,999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90分钟深度诊断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+定制方案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+30天跟进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0"/>
                </a:solidFill>
              </a:rPr>
              <a:t>39.9只是一杯咖啡钱。999省掉你半年踩坑时间。不满意退款。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学完你有什么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一个精准的IP定位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三层定位+人群画像+供需比报告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一套完整的内容系统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30个选题+7条短视频脚本+4平台分发模板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一个正在运转的流量引擎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知乎/小红书/抖音三平台内容日历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</a:rPr>
              <a:t>一条清晰的变现路径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三级定价漏斗+成交文案+90天执行计划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所有练习模板——你只需要填空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</a:rPr>
              <a:t>买完就学。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E"/>
                </a:solidFill>
              </a:rPr>
              <a:t>微信: S-9595A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0"/>
                </a:solidFill>
              </a:rPr>
              <a:t>GitHub: fable-cc/fable-castle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</a:rPr>
              <a:t>600篇文章 · 72支柱 · 全部开源可验证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IP定位·完整课程</dc:title>
  <dc:subject>PptxGenJS Presentation</dc:subject>
  <dc:creator>景一</dc:creator>
  <cp:lastModifiedBy>景一</cp:lastModifiedBy>
  <cp:revision>1</cp:revision>
  <dcterms:created xsi:type="dcterms:W3CDTF">2026-06-19T14:09:58Z</dcterms:created>
  <dcterms:modified xsi:type="dcterms:W3CDTF">2026-06-19T14:09:58Z</dcterms:modified>
</cp:coreProperties>
</file>